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31"/>
  </p:notesMasterIdLst>
  <p:handoutMasterIdLst>
    <p:handoutMasterId r:id="rId32"/>
  </p:handoutMasterIdLst>
  <p:sldIdLst>
    <p:sldId id="338" r:id="rId5"/>
    <p:sldId id="327" r:id="rId6"/>
    <p:sldId id="315" r:id="rId7"/>
    <p:sldId id="329" r:id="rId8"/>
    <p:sldId id="302" r:id="rId9"/>
    <p:sldId id="339" r:id="rId10"/>
    <p:sldId id="347" r:id="rId11"/>
    <p:sldId id="348" r:id="rId12"/>
    <p:sldId id="349" r:id="rId13"/>
    <p:sldId id="350" r:id="rId14"/>
    <p:sldId id="351" r:id="rId15"/>
    <p:sldId id="352" r:id="rId16"/>
    <p:sldId id="353" r:id="rId17"/>
    <p:sldId id="354" r:id="rId18"/>
    <p:sldId id="355" r:id="rId19"/>
    <p:sldId id="356" r:id="rId20"/>
    <p:sldId id="340" r:id="rId21"/>
    <p:sldId id="357" r:id="rId22"/>
    <p:sldId id="344" r:id="rId23"/>
    <p:sldId id="345" r:id="rId24"/>
    <p:sldId id="346" r:id="rId25"/>
    <p:sldId id="358" r:id="rId26"/>
    <p:sldId id="341" r:id="rId27"/>
    <p:sldId id="342" r:id="rId28"/>
    <p:sldId id="343" r:id="rId29"/>
    <p:sldId id="304"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59" d="100"/>
          <a:sy n="59" d="100"/>
        </p:scale>
        <p:origin x="884" y="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addha Singh" userId="d038b82f7e64e1c6" providerId="LiveId" clId="{13096F9B-2586-441A-AA85-31DFBDA4AD62}"/>
    <pc:docChg chg="undo redo custSel addSld delSld modSld sldOrd">
      <pc:chgData name="Shraddha Singh" userId="d038b82f7e64e1c6" providerId="LiveId" clId="{13096F9B-2586-441A-AA85-31DFBDA4AD62}" dt="2026-09-08T16:35:01.839" v="793" actId="14100"/>
      <pc:docMkLst>
        <pc:docMk/>
      </pc:docMkLst>
      <pc:sldChg chg="modSp mod modAnim">
        <pc:chgData name="Shraddha Singh" userId="d038b82f7e64e1c6" providerId="LiveId" clId="{13096F9B-2586-441A-AA85-31DFBDA4AD62}" dt="2026-09-05T05:38:27.280" v="520" actId="14100"/>
        <pc:sldMkLst>
          <pc:docMk/>
          <pc:sldMk cId="1341901065" sldId="302"/>
        </pc:sldMkLst>
        <pc:spChg chg="mod">
          <ac:chgData name="Shraddha Singh" userId="d038b82f7e64e1c6" providerId="LiveId" clId="{13096F9B-2586-441A-AA85-31DFBDA4AD62}" dt="2026-09-05T05:38:27.280" v="520" actId="14100"/>
          <ac:spMkLst>
            <pc:docMk/>
            <pc:sldMk cId="1341901065" sldId="302"/>
            <ac:spMk id="7" creationId="{B21C28F5-3CA3-4B78-B5C9-550C00BB3174}"/>
          </ac:spMkLst>
        </pc:spChg>
      </pc:sldChg>
      <pc:sldChg chg="delSp modSp mod">
        <pc:chgData name="Shraddha Singh" userId="d038b82f7e64e1c6" providerId="LiveId" clId="{13096F9B-2586-441A-AA85-31DFBDA4AD62}" dt="2026-09-08T16:35:01.839" v="793" actId="14100"/>
        <pc:sldMkLst>
          <pc:docMk/>
          <pc:sldMk cId="3401748718" sldId="304"/>
        </pc:sldMkLst>
        <pc:spChg chg="mod">
          <ac:chgData name="Shraddha Singh" userId="d038b82f7e64e1c6" providerId="LiveId" clId="{13096F9B-2586-441A-AA85-31DFBDA4AD62}" dt="2026-09-08T16:35:01.839" v="793" actId="14100"/>
          <ac:spMkLst>
            <pc:docMk/>
            <pc:sldMk cId="3401748718" sldId="304"/>
            <ac:spMk id="3" creationId="{D88C20CF-C1EE-4092-B52D-FD4AB2AB2508}"/>
          </ac:spMkLst>
        </pc:spChg>
        <pc:spChg chg="del">
          <ac:chgData name="Shraddha Singh" userId="d038b82f7e64e1c6" providerId="LiveId" clId="{13096F9B-2586-441A-AA85-31DFBDA4AD62}" dt="2026-09-08T16:34:51.024" v="790" actId="21"/>
          <ac:spMkLst>
            <pc:docMk/>
            <pc:sldMk cId="3401748718" sldId="304"/>
            <ac:spMk id="12" creationId="{BC277FD7-925B-4C3D-A364-118403201507}"/>
          </ac:spMkLst>
        </pc:spChg>
      </pc:sldChg>
      <pc:sldChg chg="modSp mod">
        <pc:chgData name="Shraddha Singh" userId="d038b82f7e64e1c6" providerId="LiveId" clId="{13096F9B-2586-441A-AA85-31DFBDA4AD62}" dt="2026-09-05T05:32:34.331" v="485" actId="12"/>
        <pc:sldMkLst>
          <pc:docMk/>
          <pc:sldMk cId="3696770303" sldId="315"/>
        </pc:sldMkLst>
        <pc:spChg chg="mod">
          <ac:chgData name="Shraddha Singh" userId="d038b82f7e64e1c6" providerId="LiveId" clId="{13096F9B-2586-441A-AA85-31DFBDA4AD62}" dt="2026-09-05T05:32:34.331" v="485" actId="12"/>
          <ac:spMkLst>
            <pc:docMk/>
            <pc:sldMk cId="3696770303" sldId="315"/>
            <ac:spMk id="3" creationId="{EBF2FBC7-3552-4F01-BB27-8BEEE74F7277}"/>
          </ac:spMkLst>
        </pc:spChg>
      </pc:sldChg>
      <pc:sldChg chg="modSp modAnim">
        <pc:chgData name="Shraddha Singh" userId="d038b82f7e64e1c6" providerId="LiveId" clId="{13096F9B-2586-441A-AA85-31DFBDA4AD62}" dt="2026-09-05T05:20:27.072" v="378" actId="20577"/>
        <pc:sldMkLst>
          <pc:docMk/>
          <pc:sldMk cId="3098548442" sldId="327"/>
        </pc:sldMkLst>
        <pc:spChg chg="mod">
          <ac:chgData name="Shraddha Singh" userId="d038b82f7e64e1c6" providerId="LiveId" clId="{13096F9B-2586-441A-AA85-31DFBDA4AD62}" dt="2026-09-05T05:20:27.072" v="378" actId="20577"/>
          <ac:spMkLst>
            <pc:docMk/>
            <pc:sldMk cId="3098548442" sldId="327"/>
            <ac:spMk id="2" creationId="{E46E4DD1-270B-4C80-AFF0-EB26F132AF36}"/>
          </ac:spMkLst>
        </pc:spChg>
      </pc:sldChg>
      <pc:sldChg chg="modSp mod modAnim">
        <pc:chgData name="Shraddha Singh" userId="d038b82f7e64e1c6" providerId="LiveId" clId="{13096F9B-2586-441A-AA85-31DFBDA4AD62}" dt="2026-09-05T05:35:51.765" v="505" actId="255"/>
        <pc:sldMkLst>
          <pc:docMk/>
          <pc:sldMk cId="48075006" sldId="329"/>
        </pc:sldMkLst>
        <pc:spChg chg="mod">
          <ac:chgData name="Shraddha Singh" userId="d038b82f7e64e1c6" providerId="LiveId" clId="{13096F9B-2586-441A-AA85-31DFBDA4AD62}" dt="2026-09-05T05:35:51.765" v="505" actId="255"/>
          <ac:spMkLst>
            <pc:docMk/>
            <pc:sldMk cId="48075006" sldId="329"/>
            <ac:spMk id="2" creationId="{664E3B60-2780-459A-8583-F095D5E7463A}"/>
          </ac:spMkLst>
        </pc:spChg>
      </pc:sldChg>
      <pc:sldChg chg="modSp mod modAnim">
        <pc:chgData name="Shraddha Singh" userId="d038b82f7e64e1c6" providerId="LiveId" clId="{13096F9B-2586-441A-AA85-31DFBDA4AD62}" dt="2026-09-08T15:51:14.673" v="521" actId="20577"/>
        <pc:sldMkLst>
          <pc:docMk/>
          <pc:sldMk cId="1604013440" sldId="338"/>
        </pc:sldMkLst>
        <pc:spChg chg="mod">
          <ac:chgData name="Shraddha Singh" userId="d038b82f7e64e1c6" providerId="LiveId" clId="{13096F9B-2586-441A-AA85-31DFBDA4AD62}" dt="2026-09-08T15:51:14.673" v="521" actId="20577"/>
          <ac:spMkLst>
            <pc:docMk/>
            <pc:sldMk cId="1604013440" sldId="338"/>
            <ac:spMk id="2" creationId="{7201737A-B873-4D1D-8A41-5ABF5184BC8F}"/>
          </ac:spMkLst>
        </pc:spChg>
        <pc:spChg chg="mod">
          <ac:chgData name="Shraddha Singh" userId="d038b82f7e64e1c6" providerId="LiveId" clId="{13096F9B-2586-441A-AA85-31DFBDA4AD62}" dt="2026-09-05T05:20:21.175" v="377" actId="20577"/>
          <ac:spMkLst>
            <pc:docMk/>
            <pc:sldMk cId="1604013440" sldId="338"/>
            <ac:spMk id="3" creationId="{17F04107-8754-E47D-3375-529E689711FA}"/>
          </ac:spMkLst>
        </pc:spChg>
        <pc:spChg chg="mod">
          <ac:chgData name="Shraddha Singh" userId="d038b82f7e64e1c6" providerId="LiveId" clId="{13096F9B-2586-441A-AA85-31DFBDA4AD62}" dt="2026-09-05T05:07:14.476" v="302" actId="14100"/>
          <ac:spMkLst>
            <pc:docMk/>
            <pc:sldMk cId="1604013440" sldId="338"/>
            <ac:spMk id="4" creationId="{92056599-CDAA-4367-BEF8-31D6E32518C8}"/>
          </ac:spMkLst>
        </pc:spChg>
      </pc:sldChg>
      <pc:sldChg chg="addSp delSp modSp mod">
        <pc:chgData name="Shraddha Singh" userId="d038b82f7e64e1c6" providerId="LiveId" clId="{13096F9B-2586-441A-AA85-31DFBDA4AD62}" dt="2026-09-08T15:56:40.445" v="546" actId="14100"/>
        <pc:sldMkLst>
          <pc:docMk/>
          <pc:sldMk cId="1086225493" sldId="339"/>
        </pc:sldMkLst>
        <pc:picChg chg="add del mod">
          <ac:chgData name="Shraddha Singh" userId="d038b82f7e64e1c6" providerId="LiveId" clId="{13096F9B-2586-441A-AA85-31DFBDA4AD62}" dt="2026-09-08T15:55:36.046" v="531" actId="931"/>
          <ac:picMkLst>
            <pc:docMk/>
            <pc:sldMk cId="1086225493" sldId="339"/>
            <ac:picMk id="3" creationId="{85AB3A22-8AB3-1DC9-5C33-3AA138920ADD}"/>
          </ac:picMkLst>
        </pc:picChg>
        <pc:picChg chg="add mod">
          <ac:chgData name="Shraddha Singh" userId="d038b82f7e64e1c6" providerId="LiveId" clId="{13096F9B-2586-441A-AA85-31DFBDA4AD62}" dt="2026-09-08T15:56:40.445" v="546" actId="14100"/>
          <ac:picMkLst>
            <pc:docMk/>
            <pc:sldMk cId="1086225493" sldId="339"/>
            <ac:picMk id="9" creationId="{756275FE-EAD5-9113-3DB3-11199AD36B50}"/>
          </ac:picMkLst>
        </pc:picChg>
      </pc:sldChg>
      <pc:sldChg chg="addSp delSp modSp mod delAnim">
        <pc:chgData name="Shraddha Singh" userId="d038b82f7e64e1c6" providerId="LiveId" clId="{13096F9B-2586-441A-AA85-31DFBDA4AD62}" dt="2026-09-08T16:14:55.405" v="624" actId="14100"/>
        <pc:sldMkLst>
          <pc:docMk/>
          <pc:sldMk cId="3849627828" sldId="340"/>
        </pc:sldMkLst>
        <pc:spChg chg="add del mod">
          <ac:chgData name="Shraddha Singh" userId="d038b82f7e64e1c6" providerId="LiveId" clId="{13096F9B-2586-441A-AA85-31DFBDA4AD62}" dt="2026-09-08T16:13:35.511" v="615" actId="21"/>
          <ac:spMkLst>
            <pc:docMk/>
            <pc:sldMk cId="3849627828" sldId="340"/>
            <ac:spMk id="3" creationId="{1E5E9659-68AF-7A2E-3655-B768E074D267}"/>
          </ac:spMkLst>
        </pc:spChg>
        <pc:spChg chg="del">
          <ac:chgData name="Shraddha Singh" userId="d038b82f7e64e1c6" providerId="LiveId" clId="{13096F9B-2586-441A-AA85-31DFBDA4AD62}" dt="2026-09-08T16:13:27.605" v="614" actId="21"/>
          <ac:spMkLst>
            <pc:docMk/>
            <pc:sldMk cId="3849627828" sldId="340"/>
            <ac:spMk id="10" creationId="{3A64DB11-806F-1A4C-E0D5-D745D29CED50}"/>
          </ac:spMkLst>
        </pc:spChg>
        <pc:picChg chg="add mod">
          <ac:chgData name="Shraddha Singh" userId="d038b82f7e64e1c6" providerId="LiveId" clId="{13096F9B-2586-441A-AA85-31DFBDA4AD62}" dt="2026-09-08T16:14:55.405" v="624" actId="14100"/>
          <ac:picMkLst>
            <pc:docMk/>
            <pc:sldMk cId="3849627828" sldId="340"/>
            <ac:picMk id="9" creationId="{D94D803F-EE1B-C176-8518-72E367D4852C}"/>
          </ac:picMkLst>
        </pc:picChg>
      </pc:sldChg>
      <pc:sldChg chg="addSp delSp modSp mod">
        <pc:chgData name="Shraddha Singh" userId="d038b82f7e64e1c6" providerId="LiveId" clId="{13096F9B-2586-441A-AA85-31DFBDA4AD62}" dt="2026-09-08T16:31:48.805" v="702" actId="255"/>
        <pc:sldMkLst>
          <pc:docMk/>
          <pc:sldMk cId="776828144" sldId="341"/>
        </pc:sldMkLst>
        <pc:spChg chg="add del mod">
          <ac:chgData name="Shraddha Singh" userId="d038b82f7e64e1c6" providerId="LiveId" clId="{13096F9B-2586-441A-AA85-31DFBDA4AD62}" dt="2026-09-08T16:27:31.418" v="668"/>
          <ac:spMkLst>
            <pc:docMk/>
            <pc:sldMk cId="776828144" sldId="341"/>
            <ac:spMk id="2" creationId="{0AFEB60E-E6CE-54F9-6F6A-C8CFC7A87CC4}"/>
          </ac:spMkLst>
        </pc:spChg>
        <pc:spChg chg="mod">
          <ac:chgData name="Shraddha Singh" userId="d038b82f7e64e1c6" providerId="LiveId" clId="{13096F9B-2586-441A-AA85-31DFBDA4AD62}" dt="2026-09-08T16:31:48.805" v="702" actId="255"/>
          <ac:spMkLst>
            <pc:docMk/>
            <pc:sldMk cId="776828144" sldId="341"/>
            <ac:spMk id="4" creationId="{9B097C2C-D75A-31D4-CD9F-366F39CDE51D}"/>
          </ac:spMkLst>
        </pc:spChg>
      </pc:sldChg>
      <pc:sldChg chg="modSp mod">
        <pc:chgData name="Shraddha Singh" userId="d038b82f7e64e1c6" providerId="LiveId" clId="{13096F9B-2586-441A-AA85-31DFBDA4AD62}" dt="2026-09-08T16:32:38.985" v="783"/>
        <pc:sldMkLst>
          <pc:docMk/>
          <pc:sldMk cId="3863610428" sldId="342"/>
        </pc:sldMkLst>
        <pc:spChg chg="mod">
          <ac:chgData name="Shraddha Singh" userId="d038b82f7e64e1c6" providerId="LiveId" clId="{13096F9B-2586-441A-AA85-31DFBDA4AD62}" dt="2026-09-08T16:32:38.985" v="783"/>
          <ac:spMkLst>
            <pc:docMk/>
            <pc:sldMk cId="3863610428" sldId="342"/>
            <ac:spMk id="3" creationId="{5F0B37E4-66B1-8633-7266-68B321742757}"/>
          </ac:spMkLst>
        </pc:spChg>
      </pc:sldChg>
      <pc:sldChg chg="addSp modSp mod">
        <pc:chgData name="Shraddha Singh" userId="d038b82f7e64e1c6" providerId="LiveId" clId="{13096F9B-2586-441A-AA85-31DFBDA4AD62}" dt="2026-09-08T16:33:08.867" v="787" actId="14100"/>
        <pc:sldMkLst>
          <pc:docMk/>
          <pc:sldMk cId="3962802212" sldId="343"/>
        </pc:sldMkLst>
        <pc:picChg chg="add mod">
          <ac:chgData name="Shraddha Singh" userId="d038b82f7e64e1c6" providerId="LiveId" clId="{13096F9B-2586-441A-AA85-31DFBDA4AD62}" dt="2026-09-08T16:33:08.867" v="787" actId="14100"/>
          <ac:picMkLst>
            <pc:docMk/>
            <pc:sldMk cId="3962802212" sldId="343"/>
            <ac:picMk id="3" creationId="{DB504CCB-C122-4F24-8876-3E1EBEC5B872}"/>
          </ac:picMkLst>
        </pc:picChg>
      </pc:sldChg>
      <pc:sldChg chg="addSp delSp modSp mod delAnim">
        <pc:chgData name="Shraddha Singh" userId="d038b82f7e64e1c6" providerId="LiveId" clId="{13096F9B-2586-441A-AA85-31DFBDA4AD62}" dt="2026-09-08T16:15:27.203" v="628" actId="14100"/>
        <pc:sldMkLst>
          <pc:docMk/>
          <pc:sldMk cId="1698901770" sldId="344"/>
        </pc:sldMkLst>
        <pc:spChg chg="add del mod">
          <ac:chgData name="Shraddha Singh" userId="d038b82f7e64e1c6" providerId="LiveId" clId="{13096F9B-2586-441A-AA85-31DFBDA4AD62}" dt="2026-09-08T16:13:54.558" v="617" actId="21"/>
          <ac:spMkLst>
            <pc:docMk/>
            <pc:sldMk cId="1698901770" sldId="344"/>
            <ac:spMk id="3" creationId="{ED85AAD3-E4B6-ADC7-8805-547FDD74FC68}"/>
          </ac:spMkLst>
        </pc:spChg>
        <pc:spChg chg="del">
          <ac:chgData name="Shraddha Singh" userId="d038b82f7e64e1c6" providerId="LiveId" clId="{13096F9B-2586-441A-AA85-31DFBDA4AD62}" dt="2026-09-08T16:13:50.204" v="616" actId="21"/>
          <ac:spMkLst>
            <pc:docMk/>
            <pc:sldMk cId="1698901770" sldId="344"/>
            <ac:spMk id="10" creationId="{B6E3B1C7-6A8B-23EE-6251-DC1067C6ADE9}"/>
          </ac:spMkLst>
        </pc:spChg>
        <pc:picChg chg="add mod">
          <ac:chgData name="Shraddha Singh" userId="d038b82f7e64e1c6" providerId="LiveId" clId="{13096F9B-2586-441A-AA85-31DFBDA4AD62}" dt="2026-09-08T16:15:27.203" v="628" actId="14100"/>
          <ac:picMkLst>
            <pc:docMk/>
            <pc:sldMk cId="1698901770" sldId="344"/>
            <ac:picMk id="9" creationId="{4718CCCE-3390-5834-7498-9AB0808665DA}"/>
          </ac:picMkLst>
        </pc:picChg>
      </pc:sldChg>
      <pc:sldChg chg="addSp delSp modSp mod delAnim">
        <pc:chgData name="Shraddha Singh" userId="d038b82f7e64e1c6" providerId="LiveId" clId="{13096F9B-2586-441A-AA85-31DFBDA4AD62}" dt="2026-09-08T16:16:29.377" v="632" actId="14100"/>
        <pc:sldMkLst>
          <pc:docMk/>
          <pc:sldMk cId="1903979828" sldId="345"/>
        </pc:sldMkLst>
        <pc:spChg chg="add del mod">
          <ac:chgData name="Shraddha Singh" userId="d038b82f7e64e1c6" providerId="LiveId" clId="{13096F9B-2586-441A-AA85-31DFBDA4AD62}" dt="2026-09-08T16:14:07.174" v="619" actId="21"/>
          <ac:spMkLst>
            <pc:docMk/>
            <pc:sldMk cId="1903979828" sldId="345"/>
            <ac:spMk id="3" creationId="{027E62B0-6EF4-117C-06E5-B10D3206CA00}"/>
          </ac:spMkLst>
        </pc:spChg>
        <pc:spChg chg="del">
          <ac:chgData name="Shraddha Singh" userId="d038b82f7e64e1c6" providerId="LiveId" clId="{13096F9B-2586-441A-AA85-31DFBDA4AD62}" dt="2026-09-08T16:14:02.045" v="618" actId="21"/>
          <ac:spMkLst>
            <pc:docMk/>
            <pc:sldMk cId="1903979828" sldId="345"/>
            <ac:spMk id="10" creationId="{2B7B89A1-9444-8322-CADC-42D31D698FA8}"/>
          </ac:spMkLst>
        </pc:spChg>
        <pc:picChg chg="add mod">
          <ac:chgData name="Shraddha Singh" userId="d038b82f7e64e1c6" providerId="LiveId" clId="{13096F9B-2586-441A-AA85-31DFBDA4AD62}" dt="2026-09-08T16:16:29.377" v="632" actId="14100"/>
          <ac:picMkLst>
            <pc:docMk/>
            <pc:sldMk cId="1903979828" sldId="345"/>
            <ac:picMk id="9" creationId="{92612AC2-B82C-72F1-3AC1-E515AD3154C8}"/>
          </ac:picMkLst>
        </pc:picChg>
      </pc:sldChg>
      <pc:sldChg chg="addSp delSp modSp mod delAnim">
        <pc:chgData name="Shraddha Singh" userId="d038b82f7e64e1c6" providerId="LiveId" clId="{13096F9B-2586-441A-AA85-31DFBDA4AD62}" dt="2026-09-08T16:21:33.766" v="644" actId="14100"/>
        <pc:sldMkLst>
          <pc:docMk/>
          <pc:sldMk cId="1421522261" sldId="346"/>
        </pc:sldMkLst>
        <pc:spChg chg="add del mod">
          <ac:chgData name="Shraddha Singh" userId="d038b82f7e64e1c6" providerId="LiveId" clId="{13096F9B-2586-441A-AA85-31DFBDA4AD62}" dt="2026-09-08T16:14:20.437" v="621" actId="21"/>
          <ac:spMkLst>
            <pc:docMk/>
            <pc:sldMk cId="1421522261" sldId="346"/>
            <ac:spMk id="3" creationId="{71107273-EC61-7699-F863-F67CF674DE2F}"/>
          </ac:spMkLst>
        </pc:spChg>
        <pc:spChg chg="del">
          <ac:chgData name="Shraddha Singh" userId="d038b82f7e64e1c6" providerId="LiveId" clId="{13096F9B-2586-441A-AA85-31DFBDA4AD62}" dt="2026-09-08T16:14:16.613" v="620" actId="21"/>
          <ac:spMkLst>
            <pc:docMk/>
            <pc:sldMk cId="1421522261" sldId="346"/>
            <ac:spMk id="10" creationId="{F85C769B-425A-FE3B-E47A-3B747985DC52}"/>
          </ac:spMkLst>
        </pc:spChg>
        <pc:picChg chg="add mod">
          <ac:chgData name="Shraddha Singh" userId="d038b82f7e64e1c6" providerId="LiveId" clId="{13096F9B-2586-441A-AA85-31DFBDA4AD62}" dt="2026-09-08T16:21:33.766" v="644" actId="14100"/>
          <ac:picMkLst>
            <pc:docMk/>
            <pc:sldMk cId="1421522261" sldId="346"/>
            <ac:picMk id="9" creationId="{1230E855-D721-E2A5-653B-BF59E24B5C6D}"/>
          </ac:picMkLst>
        </pc:picChg>
      </pc:sldChg>
      <pc:sldChg chg="addSp modSp add mod ord">
        <pc:chgData name="Shraddha Singh" userId="d038b82f7e64e1c6" providerId="LiveId" clId="{13096F9B-2586-441A-AA85-31DFBDA4AD62}" dt="2026-09-08T16:34:34.545" v="789"/>
        <pc:sldMkLst>
          <pc:docMk/>
          <pc:sldMk cId="1820029873" sldId="347"/>
        </pc:sldMkLst>
        <pc:picChg chg="add mod">
          <ac:chgData name="Shraddha Singh" userId="d038b82f7e64e1c6" providerId="LiveId" clId="{13096F9B-2586-441A-AA85-31DFBDA4AD62}" dt="2026-09-08T15:57:17.102" v="550" actId="14100"/>
          <ac:picMkLst>
            <pc:docMk/>
            <pc:sldMk cId="1820029873" sldId="347"/>
            <ac:picMk id="3" creationId="{23E9B654-BD61-0B39-04B7-B29CCC3AEF31}"/>
          </ac:picMkLst>
        </pc:picChg>
      </pc:sldChg>
      <pc:sldChg chg="addSp modSp add mod">
        <pc:chgData name="Shraddha Singh" userId="d038b82f7e64e1c6" providerId="LiveId" clId="{13096F9B-2586-441A-AA85-31DFBDA4AD62}" dt="2026-09-08T15:59:33.989" v="555" actId="14100"/>
        <pc:sldMkLst>
          <pc:docMk/>
          <pc:sldMk cId="512316481" sldId="348"/>
        </pc:sldMkLst>
        <pc:picChg chg="add mod">
          <ac:chgData name="Shraddha Singh" userId="d038b82f7e64e1c6" providerId="LiveId" clId="{13096F9B-2586-441A-AA85-31DFBDA4AD62}" dt="2026-09-08T15:59:33.989" v="555" actId="14100"/>
          <ac:picMkLst>
            <pc:docMk/>
            <pc:sldMk cId="512316481" sldId="348"/>
            <ac:picMk id="3" creationId="{C7A8CF8B-400D-3370-26E7-FF3692D1657C}"/>
          </ac:picMkLst>
        </pc:picChg>
      </pc:sldChg>
      <pc:sldChg chg="addSp modSp add mod">
        <pc:chgData name="Shraddha Singh" userId="d038b82f7e64e1c6" providerId="LiveId" clId="{13096F9B-2586-441A-AA85-31DFBDA4AD62}" dt="2026-09-08T16:01:07.278" v="561" actId="14100"/>
        <pc:sldMkLst>
          <pc:docMk/>
          <pc:sldMk cId="278249092" sldId="349"/>
        </pc:sldMkLst>
        <pc:picChg chg="add mod">
          <ac:chgData name="Shraddha Singh" userId="d038b82f7e64e1c6" providerId="LiveId" clId="{13096F9B-2586-441A-AA85-31DFBDA4AD62}" dt="2026-09-08T16:01:07.278" v="561" actId="14100"/>
          <ac:picMkLst>
            <pc:docMk/>
            <pc:sldMk cId="278249092" sldId="349"/>
            <ac:picMk id="3" creationId="{8DA2B251-E843-9ACC-3DDE-B77130939842}"/>
          </ac:picMkLst>
        </pc:picChg>
      </pc:sldChg>
      <pc:sldChg chg="addSp delSp modSp add mod">
        <pc:chgData name="Shraddha Singh" userId="d038b82f7e64e1c6" providerId="LiveId" clId="{13096F9B-2586-441A-AA85-31DFBDA4AD62}" dt="2026-09-08T16:09:28.900" v="569" actId="14100"/>
        <pc:sldMkLst>
          <pc:docMk/>
          <pc:sldMk cId="1358107597" sldId="350"/>
        </pc:sldMkLst>
        <pc:picChg chg="add del mod">
          <ac:chgData name="Shraddha Singh" userId="d038b82f7e64e1c6" providerId="LiveId" clId="{13096F9B-2586-441A-AA85-31DFBDA4AD62}" dt="2026-09-08T16:09:07.782" v="566" actId="21"/>
          <ac:picMkLst>
            <pc:docMk/>
            <pc:sldMk cId="1358107597" sldId="350"/>
            <ac:picMk id="3" creationId="{853887F6-2ADA-E950-F9D2-14E6E8E09E63}"/>
          </ac:picMkLst>
        </pc:picChg>
        <pc:picChg chg="add mod">
          <ac:chgData name="Shraddha Singh" userId="d038b82f7e64e1c6" providerId="LiveId" clId="{13096F9B-2586-441A-AA85-31DFBDA4AD62}" dt="2026-09-08T16:09:28.900" v="569" actId="14100"/>
          <ac:picMkLst>
            <pc:docMk/>
            <pc:sldMk cId="1358107597" sldId="350"/>
            <ac:picMk id="9" creationId="{62FD9264-09D4-CA0B-13AE-B955C4EBCD7B}"/>
          </ac:picMkLst>
        </pc:picChg>
      </pc:sldChg>
      <pc:sldChg chg="addSp delSp modSp add mod">
        <pc:chgData name="Shraddha Singh" userId="d038b82f7e64e1c6" providerId="LiveId" clId="{13096F9B-2586-441A-AA85-31DFBDA4AD62}" dt="2026-09-08T16:09:56.179" v="573" actId="14100"/>
        <pc:sldMkLst>
          <pc:docMk/>
          <pc:sldMk cId="3533282442" sldId="351"/>
        </pc:sldMkLst>
        <pc:picChg chg="add del mod">
          <ac:chgData name="Shraddha Singh" userId="d038b82f7e64e1c6" providerId="LiveId" clId="{13096F9B-2586-441A-AA85-31DFBDA4AD62}" dt="2026-09-08T16:09:34.843" v="570" actId="21"/>
          <ac:picMkLst>
            <pc:docMk/>
            <pc:sldMk cId="3533282442" sldId="351"/>
            <ac:picMk id="3" creationId="{B541699A-5E62-6167-1FD1-61386A4CAD6F}"/>
          </ac:picMkLst>
        </pc:picChg>
        <pc:picChg chg="add mod">
          <ac:chgData name="Shraddha Singh" userId="d038b82f7e64e1c6" providerId="LiveId" clId="{13096F9B-2586-441A-AA85-31DFBDA4AD62}" dt="2026-09-08T16:09:56.179" v="573" actId="14100"/>
          <ac:picMkLst>
            <pc:docMk/>
            <pc:sldMk cId="3533282442" sldId="351"/>
            <ac:picMk id="9" creationId="{5C55DFA4-D148-57EA-954E-24C038A6F164}"/>
          </ac:picMkLst>
        </pc:picChg>
      </pc:sldChg>
      <pc:sldChg chg="addSp modSp add mod">
        <pc:chgData name="Shraddha Singh" userId="d038b82f7e64e1c6" providerId="LiveId" clId="{13096F9B-2586-441A-AA85-31DFBDA4AD62}" dt="2026-09-08T16:10:33.466" v="577" actId="14100"/>
        <pc:sldMkLst>
          <pc:docMk/>
          <pc:sldMk cId="3337677734" sldId="352"/>
        </pc:sldMkLst>
        <pc:picChg chg="add mod">
          <ac:chgData name="Shraddha Singh" userId="d038b82f7e64e1c6" providerId="LiveId" clId="{13096F9B-2586-441A-AA85-31DFBDA4AD62}" dt="2026-09-08T16:10:33.466" v="577" actId="14100"/>
          <ac:picMkLst>
            <pc:docMk/>
            <pc:sldMk cId="3337677734" sldId="352"/>
            <ac:picMk id="3" creationId="{236A9CC7-72E9-5D13-49FF-DBC9902E7419}"/>
          </ac:picMkLst>
        </pc:picChg>
      </pc:sldChg>
      <pc:sldChg chg="addSp modSp add mod">
        <pc:chgData name="Shraddha Singh" userId="d038b82f7e64e1c6" providerId="LiveId" clId="{13096F9B-2586-441A-AA85-31DFBDA4AD62}" dt="2026-09-08T16:11:00.245" v="580" actId="14100"/>
        <pc:sldMkLst>
          <pc:docMk/>
          <pc:sldMk cId="3886599480" sldId="353"/>
        </pc:sldMkLst>
        <pc:picChg chg="add mod">
          <ac:chgData name="Shraddha Singh" userId="d038b82f7e64e1c6" providerId="LiveId" clId="{13096F9B-2586-441A-AA85-31DFBDA4AD62}" dt="2026-09-08T16:11:00.245" v="580" actId="14100"/>
          <ac:picMkLst>
            <pc:docMk/>
            <pc:sldMk cId="3886599480" sldId="353"/>
            <ac:picMk id="3" creationId="{19608F8F-D63F-31C8-16F7-EA57B7275486}"/>
          </ac:picMkLst>
        </pc:picChg>
      </pc:sldChg>
      <pc:sldChg chg="addSp modSp add mod">
        <pc:chgData name="Shraddha Singh" userId="d038b82f7e64e1c6" providerId="LiveId" clId="{13096F9B-2586-441A-AA85-31DFBDA4AD62}" dt="2026-09-08T16:11:29.931" v="583" actId="14100"/>
        <pc:sldMkLst>
          <pc:docMk/>
          <pc:sldMk cId="3511424775" sldId="354"/>
        </pc:sldMkLst>
        <pc:picChg chg="add mod">
          <ac:chgData name="Shraddha Singh" userId="d038b82f7e64e1c6" providerId="LiveId" clId="{13096F9B-2586-441A-AA85-31DFBDA4AD62}" dt="2026-09-08T16:11:29.931" v="583" actId="14100"/>
          <ac:picMkLst>
            <pc:docMk/>
            <pc:sldMk cId="3511424775" sldId="354"/>
            <ac:picMk id="3" creationId="{46645A25-2528-B4C5-3152-23220D0AE60F}"/>
          </ac:picMkLst>
        </pc:picChg>
      </pc:sldChg>
      <pc:sldChg chg="addSp modSp add mod">
        <pc:chgData name="Shraddha Singh" userId="d038b82f7e64e1c6" providerId="LiveId" clId="{13096F9B-2586-441A-AA85-31DFBDA4AD62}" dt="2026-09-08T16:12:55.155" v="610" actId="14100"/>
        <pc:sldMkLst>
          <pc:docMk/>
          <pc:sldMk cId="3415331431" sldId="355"/>
        </pc:sldMkLst>
        <pc:spChg chg="mod">
          <ac:chgData name="Shraddha Singh" userId="d038b82f7e64e1c6" providerId="LiveId" clId="{13096F9B-2586-441A-AA85-31DFBDA4AD62}" dt="2026-09-08T16:12:13.806" v="606" actId="27636"/>
          <ac:spMkLst>
            <pc:docMk/>
            <pc:sldMk cId="3415331431" sldId="355"/>
            <ac:spMk id="4" creationId="{231C1CC8-CF29-9244-6A4B-20C136E9B1FA}"/>
          </ac:spMkLst>
        </pc:spChg>
        <pc:picChg chg="add mod">
          <ac:chgData name="Shraddha Singh" userId="d038b82f7e64e1c6" providerId="LiveId" clId="{13096F9B-2586-441A-AA85-31DFBDA4AD62}" dt="2026-09-08T16:12:55.155" v="610" actId="14100"/>
          <ac:picMkLst>
            <pc:docMk/>
            <pc:sldMk cId="3415331431" sldId="355"/>
            <ac:picMk id="3" creationId="{71FEB815-A38E-240E-2663-50B5CBEFC003}"/>
          </ac:picMkLst>
        </pc:picChg>
      </pc:sldChg>
      <pc:sldChg chg="addSp modSp add mod">
        <pc:chgData name="Shraddha Singh" userId="d038b82f7e64e1c6" providerId="LiveId" clId="{13096F9B-2586-441A-AA85-31DFBDA4AD62}" dt="2026-09-08T16:13:18.142" v="613" actId="14100"/>
        <pc:sldMkLst>
          <pc:docMk/>
          <pc:sldMk cId="596870417" sldId="356"/>
        </pc:sldMkLst>
        <pc:picChg chg="add mod">
          <ac:chgData name="Shraddha Singh" userId="d038b82f7e64e1c6" providerId="LiveId" clId="{13096F9B-2586-441A-AA85-31DFBDA4AD62}" dt="2026-09-08T16:13:18.142" v="613" actId="14100"/>
          <ac:picMkLst>
            <pc:docMk/>
            <pc:sldMk cId="596870417" sldId="356"/>
            <ac:picMk id="3" creationId="{A9A4936F-1532-E8FD-B5F7-6307E46CDA5D}"/>
          </ac:picMkLst>
        </pc:picChg>
      </pc:sldChg>
      <pc:sldChg chg="addSp delSp modSp add mod">
        <pc:chgData name="Shraddha Singh" userId="d038b82f7e64e1c6" providerId="LiveId" clId="{13096F9B-2586-441A-AA85-31DFBDA4AD62}" dt="2026-09-08T16:19:43.988" v="637" actId="14100"/>
        <pc:sldMkLst>
          <pc:docMk/>
          <pc:sldMk cId="195712993" sldId="357"/>
        </pc:sldMkLst>
        <pc:picChg chg="add mod">
          <ac:chgData name="Shraddha Singh" userId="d038b82f7e64e1c6" providerId="LiveId" clId="{13096F9B-2586-441A-AA85-31DFBDA4AD62}" dt="2026-09-08T16:19:43.988" v="637" actId="14100"/>
          <ac:picMkLst>
            <pc:docMk/>
            <pc:sldMk cId="195712993" sldId="357"/>
            <ac:picMk id="3" creationId="{D1CE0324-0D97-73E9-476D-C05D9F4F976F}"/>
          </ac:picMkLst>
        </pc:picChg>
        <pc:picChg chg="del">
          <ac:chgData name="Shraddha Singh" userId="d038b82f7e64e1c6" providerId="LiveId" clId="{13096F9B-2586-441A-AA85-31DFBDA4AD62}" dt="2026-09-08T16:19:01.108" v="634" actId="21"/>
          <ac:picMkLst>
            <pc:docMk/>
            <pc:sldMk cId="195712993" sldId="357"/>
            <ac:picMk id="9" creationId="{E14B3515-9D5D-D465-749D-C4838F9C6ECC}"/>
          </ac:picMkLst>
        </pc:picChg>
      </pc:sldChg>
      <pc:sldChg chg="addSp modSp add mod">
        <pc:chgData name="Shraddha Singh" userId="d038b82f7e64e1c6" providerId="LiveId" clId="{13096F9B-2586-441A-AA85-31DFBDA4AD62}" dt="2026-09-08T16:24:49.621" v="648" actId="14100"/>
        <pc:sldMkLst>
          <pc:docMk/>
          <pc:sldMk cId="719093917" sldId="358"/>
        </pc:sldMkLst>
        <pc:picChg chg="add mod">
          <ac:chgData name="Shraddha Singh" userId="d038b82f7e64e1c6" providerId="LiveId" clId="{13096F9B-2586-441A-AA85-31DFBDA4AD62}" dt="2026-09-08T16:24:49.621" v="648" actId="14100"/>
          <ac:picMkLst>
            <pc:docMk/>
            <pc:sldMk cId="719093917" sldId="358"/>
            <ac:picMk id="3" creationId="{3E9FD188-74A7-773F-6D67-F0CD51396FA0}"/>
          </ac:picMkLst>
        </pc:picChg>
      </pc:sldChg>
      <pc:sldChg chg="add del">
        <pc:chgData name="Shraddha Singh" userId="d038b82f7e64e1c6" providerId="LiveId" clId="{13096F9B-2586-441A-AA85-31DFBDA4AD62}" dt="2026-09-08T16:25:05.570" v="649" actId="2696"/>
        <pc:sldMkLst>
          <pc:docMk/>
          <pc:sldMk cId="1994134184" sldId="359"/>
        </pc:sldMkLst>
      </pc:sldChg>
      <pc:sldChg chg="add del">
        <pc:chgData name="Shraddha Singh" userId="d038b82f7e64e1c6" providerId="LiveId" clId="{13096F9B-2586-441A-AA85-31DFBDA4AD62}" dt="2026-09-08T16:25:09.553" v="650" actId="2696"/>
        <pc:sldMkLst>
          <pc:docMk/>
          <pc:sldMk cId="2071076423" sldId="36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792480" y="3746988"/>
            <a:ext cx="3098800" cy="1302532"/>
          </a:xfrm>
        </p:spPr>
        <p:txBody>
          <a:bodyPr vert="horz" lIns="91440" tIns="45720" rIns="91440" bIns="45720" rtlCol="0" anchor="t">
            <a:normAutofit/>
          </a:bodyPr>
          <a:lstStyle/>
          <a:p>
            <a:pPr algn="r"/>
            <a:r>
              <a:rPr lang="en-US" b="0" dirty="0">
                <a:solidFill>
                  <a:schemeClr val="tx1"/>
                </a:solidFill>
              </a:rPr>
              <a:t>[Shraddha Singh</a:t>
            </a:r>
            <a:endParaRPr lang="en-IN" b="0" dirty="0">
              <a:solidFill>
                <a:schemeClr val="tx1"/>
              </a:solidFill>
            </a:endParaRPr>
          </a:p>
          <a:p>
            <a:pPr algn="r"/>
            <a:r>
              <a:rPr lang="en-US" b="0" dirty="0">
                <a:solidFill>
                  <a:schemeClr val="tx1"/>
                </a:solidFill>
              </a:rPr>
              <a:t>College Name- University of Allahabad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345440" y="2844750"/>
            <a:ext cx="10779760" cy="902238"/>
          </a:xfrm>
        </p:spPr>
        <p:txBody>
          <a:bodyPr>
            <a:normAutofit/>
          </a:bodyPr>
          <a:lstStyle/>
          <a:p>
            <a:r>
              <a:rPr lang="en-GB" sz="3200" dirty="0"/>
              <a:t>Project Title -</a:t>
            </a:r>
            <a:r>
              <a:rPr lang="en-IN" sz="3200" dirty="0"/>
              <a:t> Seasonal Agriculture Performance Analysis </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543878" y="5049520"/>
            <a:ext cx="3098800" cy="1200329"/>
          </a:xfrm>
          <a:prstGeom prst="rect">
            <a:avLst/>
          </a:prstGeom>
          <a:noFill/>
        </p:spPr>
        <p:txBody>
          <a:bodyPr wrap="square" rtlCol="0">
            <a:spAutoFit/>
          </a:bodyPr>
          <a:lstStyle/>
          <a:p>
            <a:r>
              <a:rPr lang="en-US" b="1" dirty="0"/>
              <a:t>AICTE STU ID : ( STU69bce6062f1401773987334 )</a:t>
            </a:r>
          </a:p>
          <a:p>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193040"/>
            <a:ext cx="9300030" cy="6513513"/>
          </a:xfrm>
        </p:spPr>
        <p:txBody>
          <a:bodyPr>
            <a:normAutofit fontScale="90000"/>
          </a:bodyPr>
          <a:lstStyle/>
          <a:p>
            <a:pPr lvl="0"/>
            <a:r>
              <a:rPr lang="en-GB" dirty="0"/>
              <a:t>Project Description</a:t>
            </a:r>
            <a:br>
              <a:rPr lang="en-GB" dirty="0"/>
            </a:br>
            <a:r>
              <a:rPr lang="en-IN" sz="3100" dirty="0"/>
              <a:t>Project Overview:</a:t>
            </a:r>
            <a:br>
              <a:rPr lang="en-IN" sz="2700" dirty="0"/>
            </a:br>
            <a:r>
              <a:rPr lang="en-IN" sz="2700" dirty="0"/>
              <a:t> </a:t>
            </a:r>
            <a:r>
              <a:rPr lang="en-IN" sz="2700" b="0" dirty="0">
                <a:latin typeface="+mn-lt"/>
              </a:rPr>
              <a:t>A comprehensive Data Analytics project focusing on seasonal variations across Kharif, Rabi, and Zaid seasons.</a:t>
            </a:r>
            <a:br>
              <a:rPr lang="en-IN" sz="2200" b="0" dirty="0">
                <a:latin typeface="+mn-lt"/>
              </a:rPr>
            </a:br>
            <a:r>
              <a:rPr lang="en-IN" sz="2200" b="0" dirty="0">
                <a:latin typeface="+mn-lt"/>
              </a:rPr>
              <a:t> </a:t>
            </a:r>
            <a:br>
              <a:rPr lang="en-IN" dirty="0"/>
            </a:br>
            <a:r>
              <a:rPr lang="en-IN" sz="3100" dirty="0"/>
              <a:t>Data Processing Pipeline:</a:t>
            </a:r>
            <a:br>
              <a:rPr lang="en-IN" sz="2700" dirty="0"/>
            </a:br>
            <a:r>
              <a:rPr lang="en-IN" sz="2700" dirty="0"/>
              <a:t> </a:t>
            </a:r>
            <a:r>
              <a:rPr lang="en-IN" sz="2700" b="0" dirty="0">
                <a:latin typeface="+mn-lt"/>
              </a:rPr>
              <a:t>Implemented data cleaning, median-based imputation for environmental variables (Rainfall, Soil Moisture, Yield), and generated key performance metrics (ROI %, Profit Margin %, Cost per Hectare).</a:t>
            </a:r>
            <a:br>
              <a:rPr lang="en-IN" sz="2700" b="0" dirty="0">
                <a:latin typeface="+mn-lt"/>
              </a:rPr>
            </a:br>
            <a:br>
              <a:rPr lang="en-IN" dirty="0"/>
            </a:br>
            <a:r>
              <a:rPr lang="en-IN" sz="3100" dirty="0"/>
              <a:t>Analytical Scope:</a:t>
            </a:r>
            <a:br>
              <a:rPr lang="en-IN" dirty="0"/>
            </a:br>
            <a:r>
              <a:rPr lang="en-IN" sz="2700" b="0" dirty="0">
                <a:latin typeface="+mn-lt"/>
              </a:rPr>
              <a:t>Conducted univariate, bivariate, and multivariate analysis to identify profit drivers and weather dependencies across crop varieties.</a:t>
            </a:r>
            <a:br>
              <a:rPr lang="en-IN" dirty="0"/>
            </a:br>
            <a:br>
              <a:rPr lang="en-GB" dirty="0"/>
            </a:br>
            <a:r>
              <a:rPr lang="en-GB" dirty="0"/>
              <a:t> </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774372"/>
            <a:ext cx="7904481" cy="4767942"/>
          </a:xfrm>
        </p:spPr>
        <p:txBody>
          <a:bodyPr>
            <a:normAutofit fontScale="92500" lnSpcReduction="10000"/>
          </a:bodyPr>
          <a:lstStyle/>
          <a:p>
            <a:pPr lvl="0"/>
            <a:r>
              <a:rPr lang="en-IN" sz="3000" b="1" dirty="0"/>
              <a:t>Farmers &amp; Agricultural </a:t>
            </a:r>
            <a:r>
              <a:rPr lang="en-IN" sz="3000" b="1" dirty="0">
                <a:latin typeface="+mj-lt"/>
              </a:rPr>
              <a:t>Producers</a:t>
            </a:r>
            <a:r>
              <a:rPr lang="en-IN" sz="3000" b="1" dirty="0"/>
              <a:t>:</a:t>
            </a:r>
            <a:r>
              <a:rPr lang="en-IN" sz="3000" dirty="0"/>
              <a:t> </a:t>
            </a:r>
            <a:r>
              <a:rPr lang="en-IN" sz="3100" dirty="0"/>
              <a:t>To select optimal crop varieties and align planting schedules with seasonal rainfall/moisture patterns.</a:t>
            </a:r>
          </a:p>
          <a:p>
            <a:pPr lvl="0"/>
            <a:r>
              <a:rPr lang="en-IN" sz="3000" b="1" dirty="0">
                <a:latin typeface="+mj-lt"/>
              </a:rPr>
              <a:t>Agricultural Policy Makers &amp; Government Bodies</a:t>
            </a:r>
            <a:r>
              <a:rPr lang="en-IN" sz="3300" b="1" dirty="0"/>
              <a:t>:</a:t>
            </a:r>
            <a:r>
              <a:rPr lang="en-IN" sz="3300" dirty="0"/>
              <a:t> </a:t>
            </a:r>
            <a:r>
              <a:rPr lang="en-IN" sz="2800" dirty="0"/>
              <a:t>To allocate resource subsidies, plan irrigation support, and manage seasonal risk.</a:t>
            </a:r>
          </a:p>
          <a:p>
            <a:pPr lvl="0"/>
            <a:r>
              <a:rPr lang="en-IN" sz="3000" b="1" dirty="0">
                <a:latin typeface="+mj-lt"/>
              </a:rPr>
              <a:t>Agri-Business Analysts &amp; Investors:</a:t>
            </a:r>
            <a:r>
              <a:rPr lang="en-IN" sz="2800" dirty="0"/>
              <a:t> To evaluate crop profitability profiles, cost per hectare, and expected returns on investment (ROI).</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656896" cy="5243448"/>
          </a:xfrm>
        </p:spPr>
        <p:txBody>
          <a:bodyPr/>
          <a:lstStyle/>
          <a:p>
            <a:pPr lvl="0"/>
            <a:r>
              <a:rPr lang="en-IN" sz="2400" b="1" dirty="0">
                <a:latin typeface="+mj-lt"/>
              </a:rPr>
              <a:t>Programming Language:</a:t>
            </a:r>
            <a:r>
              <a:rPr lang="en-IN" sz="2400" dirty="0">
                <a:latin typeface="+mj-lt"/>
              </a:rPr>
              <a:t> </a:t>
            </a:r>
            <a:r>
              <a:rPr lang="en-IN" sz="2400" dirty="0"/>
              <a:t>Python 3.x</a:t>
            </a:r>
          </a:p>
          <a:p>
            <a:pPr lvl="0"/>
            <a:r>
              <a:rPr lang="en-IN" sz="2400" b="1" dirty="0">
                <a:latin typeface="+mj-lt"/>
              </a:rPr>
              <a:t>Data Manipulation Libraries:</a:t>
            </a:r>
            <a:r>
              <a:rPr lang="en-IN" sz="2400" dirty="0">
                <a:latin typeface="+mj-lt"/>
              </a:rPr>
              <a:t> </a:t>
            </a:r>
            <a:r>
              <a:rPr lang="en-IN" sz="2400" dirty="0"/>
              <a:t>Pandas, NumPy</a:t>
            </a:r>
          </a:p>
          <a:p>
            <a:pPr lvl="0"/>
            <a:r>
              <a:rPr lang="en-IN" sz="2400" b="1" dirty="0">
                <a:latin typeface="+mj-lt"/>
              </a:rPr>
              <a:t>Data Visualization Libraries:</a:t>
            </a:r>
            <a:r>
              <a:rPr lang="en-IN" sz="2400" dirty="0">
                <a:latin typeface="+mj-lt"/>
              </a:rPr>
              <a:t> </a:t>
            </a:r>
            <a:r>
              <a:rPr lang="en-IN" sz="2400" dirty="0"/>
              <a:t>Matplotlib, Seaborn</a:t>
            </a:r>
          </a:p>
          <a:p>
            <a:pPr lvl="0"/>
            <a:r>
              <a:rPr lang="en-IN" sz="2400" b="1" dirty="0">
                <a:latin typeface="+mj-lt"/>
              </a:rPr>
              <a:t>Development Environment:</a:t>
            </a:r>
            <a:r>
              <a:rPr lang="en-IN" sz="2400" dirty="0">
                <a:latin typeface="+mj-lt"/>
              </a:rPr>
              <a:t> </a:t>
            </a:r>
            <a:r>
              <a:rPr lang="en-IN" sz="2400" dirty="0"/>
              <a:t>Google </a:t>
            </a:r>
            <a:r>
              <a:rPr lang="en-IN" sz="2400" dirty="0" err="1"/>
              <a:t>Colab</a:t>
            </a:r>
            <a:r>
              <a:rPr lang="en-IN" sz="2400" dirty="0"/>
              <a:t> / Jupyter Notebook</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756275FE-EAD5-9113-3DB3-11199AD36B50}"/>
              </a:ext>
            </a:extLst>
          </p:cNvPr>
          <p:cNvPicPr>
            <a:picLocks noChangeAspect="1"/>
          </p:cNvPicPr>
          <p:nvPr/>
        </p:nvPicPr>
        <p:blipFill>
          <a:blip r:embed="rId3"/>
          <a:stretch>
            <a:fillRect/>
          </a:stretch>
        </p:blipFill>
        <p:spPr>
          <a:xfrm>
            <a:off x="882382" y="1643743"/>
            <a:ext cx="8446675" cy="441960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F7695-4331-19C7-591D-CF1D1D9054F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95B581B-74FC-BADB-18EA-E52059ED559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9AEA30F-D0CE-6A08-BA97-BAF54B72CF26}"/>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F376B2DD-33B9-6555-6A40-963BBC512A2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A67E78C-28AA-21BE-0AB7-B00C6A3D17E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3E9B654-BD61-0B39-04B7-B29CCC3AEF31}"/>
              </a:ext>
            </a:extLst>
          </p:cNvPr>
          <p:cNvPicPr>
            <a:picLocks noChangeAspect="1"/>
          </p:cNvPicPr>
          <p:nvPr/>
        </p:nvPicPr>
        <p:blipFill>
          <a:blip r:embed="rId3"/>
          <a:stretch>
            <a:fillRect/>
          </a:stretch>
        </p:blipFill>
        <p:spPr>
          <a:xfrm>
            <a:off x="675958" y="1687286"/>
            <a:ext cx="7706160" cy="4044771"/>
          </a:xfrm>
          <a:prstGeom prst="rect">
            <a:avLst/>
          </a:prstGeom>
        </p:spPr>
      </p:pic>
    </p:spTree>
    <p:extLst>
      <p:ext uri="{BB962C8B-B14F-4D97-AF65-F5344CB8AC3E}">
        <p14:creationId xmlns:p14="http://schemas.microsoft.com/office/powerpoint/2010/main" val="1820029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D934E-C23C-D805-96B1-444409985AD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48A1597-4B93-E858-5EFE-3302069447E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54D8949-C0D4-B80A-F907-4F542D83A328}"/>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6CF315D-8A03-2D25-8A6C-CED442FD361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7F9E258-3C28-F33A-7450-FD6E8F35CD4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C7A8CF8B-400D-3370-26E7-FF3692D1657C}"/>
              </a:ext>
            </a:extLst>
          </p:cNvPr>
          <p:cNvPicPr>
            <a:picLocks noChangeAspect="1"/>
          </p:cNvPicPr>
          <p:nvPr/>
        </p:nvPicPr>
        <p:blipFill>
          <a:blip r:embed="rId3"/>
          <a:stretch>
            <a:fillRect/>
          </a:stretch>
        </p:blipFill>
        <p:spPr>
          <a:xfrm>
            <a:off x="827315" y="1371600"/>
            <a:ext cx="8993152" cy="4211029"/>
          </a:xfrm>
          <a:prstGeom prst="rect">
            <a:avLst/>
          </a:prstGeom>
        </p:spPr>
      </p:pic>
    </p:spTree>
    <p:extLst>
      <p:ext uri="{BB962C8B-B14F-4D97-AF65-F5344CB8AC3E}">
        <p14:creationId xmlns:p14="http://schemas.microsoft.com/office/powerpoint/2010/main" val="512316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EC9EF-4B8E-957B-01FB-6272B80362A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1E50434-4C7C-5C82-3933-EB0623D347C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62B0532-81CC-A1B7-63A5-10080954C9D0}"/>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A0C1D236-0A14-E9A6-0217-26C4BDBCD8E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71710911-EAF9-EFE1-A0AD-325B54730FD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8DA2B251-E843-9ACC-3DDE-B77130939842}"/>
              </a:ext>
            </a:extLst>
          </p:cNvPr>
          <p:cNvPicPr>
            <a:picLocks noChangeAspect="1"/>
          </p:cNvPicPr>
          <p:nvPr/>
        </p:nvPicPr>
        <p:blipFill>
          <a:blip r:embed="rId3"/>
          <a:stretch>
            <a:fillRect/>
          </a:stretch>
        </p:blipFill>
        <p:spPr>
          <a:xfrm>
            <a:off x="675957" y="1393371"/>
            <a:ext cx="5323114" cy="3897086"/>
          </a:xfrm>
          <a:prstGeom prst="rect">
            <a:avLst/>
          </a:prstGeom>
        </p:spPr>
      </p:pic>
    </p:spTree>
    <p:extLst>
      <p:ext uri="{BB962C8B-B14F-4D97-AF65-F5344CB8AC3E}">
        <p14:creationId xmlns:p14="http://schemas.microsoft.com/office/powerpoint/2010/main" val="278249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3FA74-91FD-181C-A98E-758BD0495AB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9DDDCF2-6F58-3D52-4E99-27DD29F7B3B4}"/>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82134401-5A96-F470-0F18-78B6EE7AC020}"/>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49E0966-FB81-711A-54AF-8EE474A743B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3BD192-730A-ED3A-0498-109968F96AE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62FD9264-09D4-CA0B-13AE-B955C4EBCD7B}"/>
              </a:ext>
            </a:extLst>
          </p:cNvPr>
          <p:cNvPicPr>
            <a:picLocks noChangeAspect="1"/>
          </p:cNvPicPr>
          <p:nvPr/>
        </p:nvPicPr>
        <p:blipFill>
          <a:blip r:embed="rId3"/>
          <a:stretch>
            <a:fillRect/>
          </a:stretch>
        </p:blipFill>
        <p:spPr>
          <a:xfrm>
            <a:off x="675958" y="1502229"/>
            <a:ext cx="8858744" cy="2622131"/>
          </a:xfrm>
          <a:prstGeom prst="rect">
            <a:avLst/>
          </a:prstGeom>
        </p:spPr>
      </p:pic>
    </p:spTree>
    <p:extLst>
      <p:ext uri="{BB962C8B-B14F-4D97-AF65-F5344CB8AC3E}">
        <p14:creationId xmlns:p14="http://schemas.microsoft.com/office/powerpoint/2010/main" val="1358107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F4DBC-EDDA-EDF6-E13D-231FB997396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CB04048-7549-2678-8022-C2B7C7F904BB}"/>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94806D5-FBCE-BFC2-1A82-A63573C9BACD}"/>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DE52EE-3644-7A4F-09CA-CC6A2421E2CC}"/>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C339938-89A1-39A3-2A9D-BAF82826A79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5C55DFA4-D148-57EA-954E-24C038A6F164}"/>
              </a:ext>
            </a:extLst>
          </p:cNvPr>
          <p:cNvPicPr>
            <a:picLocks noChangeAspect="1"/>
          </p:cNvPicPr>
          <p:nvPr/>
        </p:nvPicPr>
        <p:blipFill>
          <a:blip r:embed="rId3"/>
          <a:stretch>
            <a:fillRect/>
          </a:stretch>
        </p:blipFill>
        <p:spPr>
          <a:xfrm>
            <a:off x="675957" y="1524000"/>
            <a:ext cx="7537877" cy="3181415"/>
          </a:xfrm>
          <a:prstGeom prst="rect">
            <a:avLst/>
          </a:prstGeom>
        </p:spPr>
      </p:pic>
    </p:spTree>
    <p:extLst>
      <p:ext uri="{BB962C8B-B14F-4D97-AF65-F5344CB8AC3E}">
        <p14:creationId xmlns:p14="http://schemas.microsoft.com/office/powerpoint/2010/main" val="3533282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B59FE-EC08-9BE3-72FF-FE7E29D8BA9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F702171-5C21-5B49-145B-A3BBEF78509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B79BF39-B8D5-9642-C35F-19526AEC4628}"/>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F0706F25-48B9-6840-2AF2-02B5E671E3BD}"/>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6CFC564-53BA-925C-15BC-0F473733110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36A9CC7-72E9-5D13-49FF-DBC9902E7419}"/>
              </a:ext>
            </a:extLst>
          </p:cNvPr>
          <p:cNvPicPr>
            <a:picLocks noChangeAspect="1"/>
          </p:cNvPicPr>
          <p:nvPr/>
        </p:nvPicPr>
        <p:blipFill>
          <a:blip r:embed="rId3"/>
          <a:stretch>
            <a:fillRect/>
          </a:stretch>
        </p:blipFill>
        <p:spPr>
          <a:xfrm>
            <a:off x="675957" y="1534886"/>
            <a:ext cx="7544227" cy="3875313"/>
          </a:xfrm>
          <a:prstGeom prst="rect">
            <a:avLst/>
          </a:prstGeom>
        </p:spPr>
      </p:pic>
    </p:spTree>
    <p:extLst>
      <p:ext uri="{BB962C8B-B14F-4D97-AF65-F5344CB8AC3E}">
        <p14:creationId xmlns:p14="http://schemas.microsoft.com/office/powerpoint/2010/main" val="3337677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45C0F-8B84-B872-4927-DBAD356527F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9E5AAA9-28A4-F311-A74B-0A94E19D1EF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377F17D-81C5-2C8C-97D6-9D6C01A09E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8E60EC48-BE70-4D63-64AC-0DDA20D2A45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3BF5AC1-CF88-7141-C83C-242022106CE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19608F8F-D63F-31C8-16F7-EA57B7275486}"/>
              </a:ext>
            </a:extLst>
          </p:cNvPr>
          <p:cNvPicPr>
            <a:picLocks noChangeAspect="1"/>
          </p:cNvPicPr>
          <p:nvPr/>
        </p:nvPicPr>
        <p:blipFill>
          <a:blip r:embed="rId3"/>
          <a:stretch>
            <a:fillRect/>
          </a:stretch>
        </p:blipFill>
        <p:spPr>
          <a:xfrm>
            <a:off x="675957" y="1534886"/>
            <a:ext cx="7490249" cy="3040348"/>
          </a:xfrm>
          <a:prstGeom prst="rect">
            <a:avLst/>
          </a:prstGeom>
        </p:spPr>
      </p:pic>
    </p:spTree>
    <p:extLst>
      <p:ext uri="{BB962C8B-B14F-4D97-AF65-F5344CB8AC3E}">
        <p14:creationId xmlns:p14="http://schemas.microsoft.com/office/powerpoint/2010/main" val="3886599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64674-FDDE-2022-DE57-D3B06283502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18316D4-672E-F2EA-D2FC-4172AFCD20D8}"/>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DE404DB-30A9-36D5-ED71-A8BFF1ED16A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0E3961A-0C37-4343-3A63-A59C292D794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5903B515-59EB-EF3A-7FC4-B00AA7B1FA68}"/>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46645A25-2528-B4C5-3152-23220D0AE60F}"/>
              </a:ext>
            </a:extLst>
          </p:cNvPr>
          <p:cNvPicPr>
            <a:picLocks noChangeAspect="1"/>
          </p:cNvPicPr>
          <p:nvPr/>
        </p:nvPicPr>
        <p:blipFill>
          <a:blip r:embed="rId3"/>
          <a:stretch>
            <a:fillRect/>
          </a:stretch>
        </p:blipFill>
        <p:spPr>
          <a:xfrm>
            <a:off x="675957" y="1371600"/>
            <a:ext cx="7366418" cy="3371917"/>
          </a:xfrm>
          <a:prstGeom prst="rect">
            <a:avLst/>
          </a:prstGeom>
        </p:spPr>
      </p:pic>
    </p:spTree>
    <p:extLst>
      <p:ext uri="{BB962C8B-B14F-4D97-AF65-F5344CB8AC3E}">
        <p14:creationId xmlns:p14="http://schemas.microsoft.com/office/powerpoint/2010/main" val="3511424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9EE6E-6A22-7B6E-05D5-9E2725BE531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CC3A915-856A-295A-DFFB-0B229932D16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231C1CC8-CF29-9244-6A4B-20C136E9B1FA}"/>
              </a:ext>
            </a:extLst>
          </p:cNvPr>
          <p:cNvSpPr>
            <a:spLocks noGrp="1"/>
          </p:cNvSpPr>
          <p:nvPr>
            <p:ph type="title"/>
          </p:nvPr>
        </p:nvSpPr>
        <p:spPr>
          <a:xfrm>
            <a:off x="675957" y="370589"/>
            <a:ext cx="4821329" cy="1904525"/>
          </a:xfrm>
        </p:spPr>
        <p:txBody>
          <a:bodyPr>
            <a:normAutofit/>
          </a:bodyPr>
          <a:lstStyle/>
          <a:p>
            <a:r>
              <a:rPr lang="en-GB" dirty="0"/>
              <a:t>RESULTS </a:t>
            </a:r>
            <a:br>
              <a:rPr lang="en-GB" dirty="0"/>
            </a:br>
            <a:r>
              <a:rPr lang="en-GB" sz="3100" dirty="0"/>
              <a:t>Code Screenshot</a:t>
            </a:r>
            <a:endParaRPr lang="en-IN" sz="3100" dirty="0"/>
          </a:p>
        </p:txBody>
      </p:sp>
      <p:sp>
        <p:nvSpPr>
          <p:cNvPr id="7" name="Text Placeholder 30">
            <a:extLst>
              <a:ext uri="{FF2B5EF4-FFF2-40B4-BE49-F238E27FC236}">
                <a16:creationId xmlns:a16="http://schemas.microsoft.com/office/drawing/2014/main" id="{3D7A4CFF-8980-DEA0-18E5-6774C97768E3}"/>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CA5749A-9AA5-D739-838E-1E835C994EB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71FEB815-A38E-240E-2663-50B5CBEFC003}"/>
              </a:ext>
            </a:extLst>
          </p:cNvPr>
          <p:cNvPicPr>
            <a:picLocks noChangeAspect="1"/>
          </p:cNvPicPr>
          <p:nvPr/>
        </p:nvPicPr>
        <p:blipFill>
          <a:blip r:embed="rId3"/>
          <a:stretch>
            <a:fillRect/>
          </a:stretch>
        </p:blipFill>
        <p:spPr>
          <a:xfrm>
            <a:off x="840313" y="1941449"/>
            <a:ext cx="6115657" cy="4196806"/>
          </a:xfrm>
          <a:prstGeom prst="rect">
            <a:avLst/>
          </a:prstGeom>
        </p:spPr>
      </p:pic>
    </p:spTree>
    <p:extLst>
      <p:ext uri="{BB962C8B-B14F-4D97-AF65-F5344CB8AC3E}">
        <p14:creationId xmlns:p14="http://schemas.microsoft.com/office/powerpoint/2010/main" val="3415331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DF8AD-CFB4-4B90-64F2-6FA92A2BD9A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F38329B-11A4-4D5A-7506-B0F1FD2CBE8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AC2EFA2-EAEE-C9A9-7E0A-A5C113991F15}"/>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C6CD7D2E-B482-AF3D-C6E5-23D08D5890E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1A61328-3C42-E9AE-535C-C79A88B5778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A9A4936F-1532-E8FD-B5F7-6307E46CDA5D}"/>
              </a:ext>
            </a:extLst>
          </p:cNvPr>
          <p:cNvPicPr>
            <a:picLocks noChangeAspect="1"/>
          </p:cNvPicPr>
          <p:nvPr/>
        </p:nvPicPr>
        <p:blipFill>
          <a:blip r:embed="rId3"/>
          <a:stretch>
            <a:fillRect/>
          </a:stretch>
        </p:blipFill>
        <p:spPr>
          <a:xfrm>
            <a:off x="762001" y="1545771"/>
            <a:ext cx="6546912" cy="2429357"/>
          </a:xfrm>
          <a:prstGeom prst="rect">
            <a:avLst/>
          </a:prstGeom>
        </p:spPr>
      </p:pic>
    </p:spTree>
    <p:extLst>
      <p:ext uri="{BB962C8B-B14F-4D97-AF65-F5344CB8AC3E}">
        <p14:creationId xmlns:p14="http://schemas.microsoft.com/office/powerpoint/2010/main" val="596870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D94D803F-EE1B-C176-8518-72E367D4852C}"/>
              </a:ext>
            </a:extLst>
          </p:cNvPr>
          <p:cNvPicPr>
            <a:picLocks noChangeAspect="1"/>
          </p:cNvPicPr>
          <p:nvPr/>
        </p:nvPicPr>
        <p:blipFill>
          <a:blip r:embed="rId3"/>
          <a:stretch>
            <a:fillRect/>
          </a:stretch>
        </p:blipFill>
        <p:spPr>
          <a:xfrm>
            <a:off x="675957" y="1393371"/>
            <a:ext cx="7623606" cy="3572408"/>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F69B2-46AF-78CE-EA9A-A62F7B8D3CA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5A63B52-BA66-62CD-98D1-694ECF16FB6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5BBBEFA-9865-E42A-DE70-7E80F4E2A4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C4A85DF-1E25-99BC-275C-E4A6AAB15A3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668A5793-9E10-CA68-56A4-4FE6506E4FE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D1CE0324-0D97-73E9-476D-C05D9F4F976F}"/>
              </a:ext>
            </a:extLst>
          </p:cNvPr>
          <p:cNvPicPr>
            <a:picLocks noChangeAspect="1"/>
          </p:cNvPicPr>
          <p:nvPr/>
        </p:nvPicPr>
        <p:blipFill>
          <a:blip r:embed="rId3"/>
          <a:stretch>
            <a:fillRect/>
          </a:stretch>
        </p:blipFill>
        <p:spPr>
          <a:xfrm>
            <a:off x="675957" y="1469572"/>
            <a:ext cx="7499775" cy="3159640"/>
          </a:xfrm>
          <a:prstGeom prst="rect">
            <a:avLst/>
          </a:prstGeom>
        </p:spPr>
      </p:pic>
    </p:spTree>
    <p:extLst>
      <p:ext uri="{BB962C8B-B14F-4D97-AF65-F5344CB8AC3E}">
        <p14:creationId xmlns:p14="http://schemas.microsoft.com/office/powerpoint/2010/main" val="195712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4718CCCE-3390-5834-7498-9AB0808665DA}"/>
              </a:ext>
            </a:extLst>
          </p:cNvPr>
          <p:cNvPicPr>
            <a:picLocks noChangeAspect="1"/>
          </p:cNvPicPr>
          <p:nvPr/>
        </p:nvPicPr>
        <p:blipFill>
          <a:blip r:embed="rId3"/>
          <a:stretch>
            <a:fillRect/>
          </a:stretch>
        </p:blipFill>
        <p:spPr>
          <a:xfrm>
            <a:off x="838201" y="1730829"/>
            <a:ext cx="7486764" cy="3091541"/>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92612AC2-B82C-72F1-3AC1-E515AD3154C8}"/>
              </a:ext>
            </a:extLst>
          </p:cNvPr>
          <p:cNvPicPr>
            <a:picLocks noChangeAspect="1"/>
          </p:cNvPicPr>
          <p:nvPr/>
        </p:nvPicPr>
        <p:blipFill>
          <a:blip r:embed="rId3"/>
          <a:stretch>
            <a:fillRect/>
          </a:stretch>
        </p:blipFill>
        <p:spPr>
          <a:xfrm>
            <a:off x="675957" y="1578429"/>
            <a:ext cx="7452147" cy="3831771"/>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1230E855-D721-E2A5-653B-BF59E24B5C6D}"/>
              </a:ext>
            </a:extLst>
          </p:cNvPr>
          <p:cNvPicPr>
            <a:picLocks noChangeAspect="1"/>
          </p:cNvPicPr>
          <p:nvPr/>
        </p:nvPicPr>
        <p:blipFill>
          <a:blip r:embed="rId3"/>
          <a:stretch>
            <a:fillRect/>
          </a:stretch>
        </p:blipFill>
        <p:spPr>
          <a:xfrm>
            <a:off x="675958" y="1589314"/>
            <a:ext cx="7629956" cy="3327238"/>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6C3CB-DFF4-9CD2-3725-ED491B3D8FD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8B8F348-67EF-9EB5-F940-751A7A21CF9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EE81A84C-080B-FC5E-1BCF-3F35F67842F5}"/>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E4AC51B-1FF9-0152-04C1-D7A2CAC0E633}"/>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4AD8CF0-C761-78A4-5F48-CFFD354B840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3E9FD188-74A7-773F-6D67-F0CD51396FA0}"/>
              </a:ext>
            </a:extLst>
          </p:cNvPr>
          <p:cNvPicPr>
            <a:picLocks noChangeAspect="1"/>
          </p:cNvPicPr>
          <p:nvPr/>
        </p:nvPicPr>
        <p:blipFill>
          <a:blip r:embed="rId3"/>
          <a:stretch>
            <a:fillRect/>
          </a:stretch>
        </p:blipFill>
        <p:spPr>
          <a:xfrm>
            <a:off x="675957" y="1649186"/>
            <a:ext cx="7601380" cy="3933443"/>
          </a:xfrm>
          <a:prstGeom prst="rect">
            <a:avLst/>
          </a:prstGeom>
        </p:spPr>
      </p:pic>
    </p:spTree>
    <p:extLst>
      <p:ext uri="{BB962C8B-B14F-4D97-AF65-F5344CB8AC3E}">
        <p14:creationId xmlns:p14="http://schemas.microsoft.com/office/powerpoint/2010/main" val="719093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6" y="370589"/>
            <a:ext cx="10460129" cy="6101331"/>
          </a:xfrm>
        </p:spPr>
        <p:txBody>
          <a:bodyPr>
            <a:normAutofit fontScale="90000"/>
          </a:bodyPr>
          <a:lstStyle/>
          <a:p>
            <a:r>
              <a:rPr lang="en-IN" sz="4000" dirty="0"/>
              <a:t>Future scope</a:t>
            </a:r>
            <a:br>
              <a:rPr lang="en-IN" sz="4000" dirty="0"/>
            </a:br>
            <a:br>
              <a:rPr lang="en-IN" sz="4000" dirty="0"/>
            </a:br>
            <a:r>
              <a:rPr lang="en-IN" sz="3100" dirty="0"/>
              <a:t>Predictive ML Models: </a:t>
            </a:r>
            <a:r>
              <a:rPr lang="en-IN" sz="2700" b="0" dirty="0">
                <a:latin typeface="+mn-lt"/>
              </a:rPr>
              <a:t>Implement regression models (such as Random Forest or XGBoost) to predict yield outputs and optimal crop selection based on historical climate data. </a:t>
            </a:r>
            <a:br>
              <a:rPr lang="en-IN" sz="2400" b="0" dirty="0">
                <a:latin typeface="+mn-lt"/>
              </a:rPr>
            </a:br>
            <a:br>
              <a:rPr lang="en-IN" sz="2800" b="0" dirty="0">
                <a:latin typeface="+mn-lt"/>
              </a:rPr>
            </a:br>
            <a:r>
              <a:rPr lang="en-IN" sz="3100" dirty="0"/>
              <a:t>Interactive Web Dashboards:</a:t>
            </a:r>
            <a:r>
              <a:rPr lang="en-IN" sz="3100" b="0" dirty="0"/>
              <a:t> </a:t>
            </a:r>
            <a:r>
              <a:rPr lang="en-IN" sz="2700" b="0" dirty="0">
                <a:latin typeface="+mn-lt"/>
              </a:rPr>
              <a:t>Transition static plots into dynamic visual applications using Streamlit or Power BI for real-time scenario modeling. </a:t>
            </a:r>
            <a:br>
              <a:rPr lang="en-IN" sz="2400" b="0" dirty="0"/>
            </a:br>
            <a:br>
              <a:rPr lang="en-IN" sz="3100" b="0" dirty="0"/>
            </a:br>
            <a:r>
              <a:rPr lang="en-IN" sz="3100" dirty="0"/>
              <a:t>GIS &amp; Satellite Data: </a:t>
            </a:r>
            <a:r>
              <a:rPr lang="en-IN" sz="2700" b="0" dirty="0">
                <a:latin typeface="+mn-lt"/>
              </a:rPr>
              <a:t>Incorporate spatial satellite imagery and soil mapping to account for micro-climatic and geographical variations.</a:t>
            </a:r>
            <a:br>
              <a:rPr lang="en-IN" sz="2400" b="0" dirty="0">
                <a:latin typeface="+mn-lt"/>
              </a:rPr>
            </a:br>
            <a:br>
              <a:rPr lang="en-IN" sz="2400" b="0" dirty="0">
                <a:latin typeface="+mn-lt"/>
              </a:rPr>
            </a:br>
            <a:r>
              <a:rPr lang="en-IN" sz="3100" dirty="0"/>
              <a:t>Live Weather Integration:</a:t>
            </a:r>
            <a:r>
              <a:rPr lang="en-IN" sz="2700" b="0" dirty="0">
                <a:latin typeface="+mn-lt"/>
              </a:rPr>
              <a:t> Connect automated weather forecasting APIs to issue proactive seasonal advisory alerts to farmers. </a:t>
            </a:r>
            <a:br>
              <a:rPr lang="en-IN" sz="2400" b="0" dirty="0">
                <a:latin typeface="+mn-lt"/>
              </a:rPr>
            </a:br>
            <a:br>
              <a:rPr lang="en-IN" sz="2400" b="0" dirty="0">
                <a:latin typeface="+mn-lt"/>
              </a:rPr>
            </a:br>
            <a:r>
              <a:rPr lang="en-IN" sz="2400" b="0" dirty="0">
                <a:latin typeface="+mn-lt"/>
              </a:rPr>
              <a:t> </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https://github.com/ShraddhaSingh1908/Seasonal_Agriculture_Performance_Analysis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DB504CCB-C122-4F24-8876-3E1EBEC5B872}"/>
              </a:ext>
            </a:extLst>
          </p:cNvPr>
          <p:cNvPicPr>
            <a:picLocks noChangeAspect="1"/>
          </p:cNvPicPr>
          <p:nvPr/>
        </p:nvPicPr>
        <p:blipFill>
          <a:blip r:embed="rId3"/>
          <a:stretch>
            <a:fillRect/>
          </a:stretch>
        </p:blipFill>
        <p:spPr>
          <a:xfrm>
            <a:off x="675957" y="1728899"/>
            <a:ext cx="8351388" cy="4758511"/>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647699"/>
            <a:ext cx="11340000" cy="4871358"/>
          </a:xfrm>
          <a:prstGeom prst="rect">
            <a:avLst/>
          </a:prstGeom>
        </p:spPr>
        <p:txBody>
          <a:bodyPr anchor="ctr">
            <a:normAutofit/>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1459</TotalTime>
  <Words>467</Words>
  <Application>Microsoft Office PowerPoint</Application>
  <PresentationFormat>Widescreen</PresentationFormat>
  <Paragraphs>41</Paragraphs>
  <Slides>26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Trebuchet MS</vt:lpstr>
      <vt:lpstr>Wingdings</vt:lpstr>
      <vt:lpstr>Wingdings 3</vt:lpstr>
      <vt:lpstr>Facet</vt:lpstr>
      <vt:lpstr>Project Title - Seasonal Agriculture Performance Analysis </vt:lpstr>
      <vt:lpstr>PROBLEM  STATEMENT</vt:lpstr>
      <vt:lpstr>Project Description Project Overview:  A comprehensive Data Analytics project focusing on seasonal variations across Kharif, Rabi, and Zaid seasons.   Data Processing Pipeline:  Implemented data cleaning, median-based imputation for environmental variables (Rainfall, Soil Moisture, Yield), and generated key performance metrics (ROI %, Profit Margin %, Cost per Hectare).  Analytical Scope: Conducted univariate, bivariate, and multivariate analysis to identify profit drivers and weather dependencies across crop varieties.    </vt:lpstr>
      <vt:lpstr>WHO ARE THE END USERS?</vt:lpstr>
      <vt:lpstr>Technology Used</vt:lpstr>
      <vt:lpstr>RESULTS </vt:lpstr>
      <vt:lpstr>RESULTS </vt:lpstr>
      <vt:lpstr>RESULTS </vt:lpstr>
      <vt:lpstr>RESULTS </vt:lpstr>
      <vt:lpstr>RESULTS </vt:lpstr>
      <vt:lpstr>RESULTS </vt:lpstr>
      <vt:lpstr>RESULTS </vt:lpstr>
      <vt:lpstr>RESULTS </vt:lpstr>
      <vt:lpstr>RESULTS </vt:lpstr>
      <vt:lpstr>RESULTS  Code Screenshot</vt:lpstr>
      <vt:lpstr>RESULTS </vt:lpstr>
      <vt:lpstr>RESULTS </vt:lpstr>
      <vt:lpstr>RESULTS </vt:lpstr>
      <vt:lpstr>RESULTS </vt:lpstr>
      <vt:lpstr>RESULTS </vt:lpstr>
      <vt:lpstr>RESULTS </vt:lpstr>
      <vt:lpstr>RESULTS </vt:lpstr>
      <vt:lpstr>Future scope  Predictive ML Models: Implement regression models (such as Random Forest or XGBoost) to predict yield outputs and optimal crop selection based on historical climate data.   Interactive Web Dashboards: Transition static plots into dynamic visual applications using Streamlit or Power BI for real-time scenario modeling.   GIS &amp; Satellite Data: Incorporate spatial satellite imagery and soil mapping to account for micro-climatic and geographical variations.  Live Weather Integration: Connect automated weather forecasting APIs to issue proactive seasonal advisory alerts to farmers.    </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Shraddha Singh</cp:lastModifiedBy>
  <cp:revision>98</cp:revision>
  <dcterms:created xsi:type="dcterms:W3CDTF">2021-07-11T13:13:15Z</dcterms:created>
  <dcterms:modified xsi:type="dcterms:W3CDTF">2026-09-08T16:39:14Z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